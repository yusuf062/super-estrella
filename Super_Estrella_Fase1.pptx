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f4d8960ce14597" /><Relationship Type="http://schemas.openxmlformats.org/officeDocument/2006/relationships/extended-properties" Target="/docProps/app.xml" Id="Rce03087e933448c0" /><Relationship Type="http://schemas.openxmlformats.org/officeDocument/2006/relationships/officeDocument" Target="/ppt/presentation.xml" Id="R400118edc35c40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eee63b48004190"/>
  </p:sldMasterIdLst>
  <p:notesMasterIdLst>
    <p:notesMasterId xmlns:r="http://schemas.openxmlformats.org/officeDocument/2006/relationships" r:id="R2df605bb59944861"/>
  </p:notesMasterIdLst>
  <p:sldIdLst>
    <p:sldId xmlns:r="http://schemas.openxmlformats.org/officeDocument/2006/relationships" id="256" r:id="Rb38dd86ff2b8432c"/>
    <p:sldId xmlns:r="http://schemas.openxmlformats.org/officeDocument/2006/relationships" id="257" r:id="Re1d4c7fbb79b4371"/>
    <p:sldId xmlns:r="http://schemas.openxmlformats.org/officeDocument/2006/relationships" id="258" r:id="R3ab56432b74a407f"/>
    <p:sldId xmlns:r="http://schemas.openxmlformats.org/officeDocument/2006/relationships" id="259" r:id="Rb6492e5a963f4202"/>
    <p:sldId xmlns:r="http://schemas.openxmlformats.org/officeDocument/2006/relationships" id="260" r:id="R19a96ed3d4d44f04"/>
    <p:sldId xmlns:r="http://schemas.openxmlformats.org/officeDocument/2006/relationships" id="261" r:id="Rd1f2cce0806e416b"/>
    <p:sldId xmlns:r="http://schemas.openxmlformats.org/officeDocument/2006/relationships" id="262" r:id="R3db881b302344a6f"/>
    <p:sldId xmlns:r="http://schemas.openxmlformats.org/officeDocument/2006/relationships" id="263" r:id="Re8f41f7fb8d5473e"/>
    <p:sldId xmlns:r="http://schemas.openxmlformats.org/officeDocument/2006/relationships" id="264" r:id="R8f342784efa84341"/>
    <p:sldId xmlns:r="http://schemas.openxmlformats.org/officeDocument/2006/relationships" id="265" r:id="Rc0dc989a94ce4539"/>
    <p:sldId xmlns:r="http://schemas.openxmlformats.org/officeDocument/2006/relationships" id="266" r:id="Rb8bf6f54b96342bd"/>
    <p:sldId xmlns:r="http://schemas.openxmlformats.org/officeDocument/2006/relationships" id="267" r:id="Rf9cd0e19324848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a9ea7f0daa4acc" /><Relationship Type="http://schemas.openxmlformats.org/officeDocument/2006/relationships/slideMaster" Target="/ppt/slideMasters/slideMaster1.xml" Id="R26eee63b48004190" /><Relationship Type="http://schemas.openxmlformats.org/officeDocument/2006/relationships/notesMaster" Target="/ppt/notesMasters/notesMaster1.xml" Id="R2df605bb59944861" /><Relationship Type="http://schemas.openxmlformats.org/officeDocument/2006/relationships/presProps" Target="/ppt/presProps.xml" Id="R6841e510408e48e7" /><Relationship Type="http://schemas.openxmlformats.org/officeDocument/2006/relationships/tableStyles" Target="/ppt/tableStyles.xml" Id="Rfdcb25ac873f4129" /><Relationship Type="http://schemas.openxmlformats.org/officeDocument/2006/relationships/slide" Target="/ppt/slides/slide1.xml" Id="Rb38dd86ff2b8432c" /><Relationship Type="http://schemas.openxmlformats.org/officeDocument/2006/relationships/slide" Target="/ppt/slides/slide2.xml" Id="Re1d4c7fbb79b4371" /><Relationship Type="http://schemas.openxmlformats.org/officeDocument/2006/relationships/slide" Target="/ppt/slides/slide3.xml" Id="R3ab56432b74a407f" /><Relationship Type="http://schemas.openxmlformats.org/officeDocument/2006/relationships/slide" Target="/ppt/slides/slide4.xml" Id="Rb6492e5a963f4202" /><Relationship Type="http://schemas.openxmlformats.org/officeDocument/2006/relationships/slide" Target="/ppt/slides/slide5.xml" Id="R19a96ed3d4d44f04" /><Relationship Type="http://schemas.openxmlformats.org/officeDocument/2006/relationships/slide" Target="/ppt/slides/slide6.xml" Id="Rd1f2cce0806e416b" /><Relationship Type="http://schemas.openxmlformats.org/officeDocument/2006/relationships/slide" Target="/ppt/slides/slide7.xml" Id="R3db881b302344a6f" /><Relationship Type="http://schemas.openxmlformats.org/officeDocument/2006/relationships/slide" Target="/ppt/slides/slide8.xml" Id="Re8f41f7fb8d5473e" /><Relationship Type="http://schemas.openxmlformats.org/officeDocument/2006/relationships/slide" Target="/ppt/slides/slide9.xml" Id="R8f342784efa84341" /><Relationship Type="http://schemas.openxmlformats.org/officeDocument/2006/relationships/slide" Target="/ppt/slides/slide10.xml" Id="Rc0dc989a94ce4539" /><Relationship Type="http://schemas.openxmlformats.org/officeDocument/2006/relationships/slide" Target="/ppt/slides/slide11.xml" Id="Rb8bf6f54b96342bd" /><Relationship Type="http://schemas.openxmlformats.org/officeDocument/2006/relationships/slide" Target="/ppt/slides/slide12.xml" Id="Rf9cd0e19324848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39c4f1800d41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101eaf471143b0" /><Relationship Type="http://schemas.openxmlformats.org/officeDocument/2006/relationships/notesMaster" Target="/ppt/notesMasters/notesMaster1.xml" Id="R8ecdbc26706341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72150303de484d" /><Relationship Type="http://schemas.openxmlformats.org/officeDocument/2006/relationships/notesMaster" Target="/ppt/notesMasters/notesMaster1.xml" Id="R497130ef86c545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0f403d459144a1" /><Relationship Type="http://schemas.openxmlformats.org/officeDocument/2006/relationships/notesMaster" Target="/ppt/notesMasters/notesMaster1.xml" Id="R13a13e65790a47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a29b63593f4b85" /><Relationship Type="http://schemas.openxmlformats.org/officeDocument/2006/relationships/notesMaster" Target="/ppt/notesMasters/notesMaster1.xml" Id="R24b0094c440942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343e2a91dc460e" /><Relationship Type="http://schemas.openxmlformats.org/officeDocument/2006/relationships/notesMaster" Target="/ppt/notesMasters/notesMaster1.xml" Id="R471279957bab4c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5e3df759384938" /><Relationship Type="http://schemas.openxmlformats.org/officeDocument/2006/relationships/notesMaster" Target="/ppt/notesMasters/notesMaster1.xml" Id="R5d1b6905594947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b456a3999d4625" /><Relationship Type="http://schemas.openxmlformats.org/officeDocument/2006/relationships/notesMaster" Target="/ppt/notesMasters/notesMaster1.xml" Id="R47b25134ceb148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f80a0c859f485d" /><Relationship Type="http://schemas.openxmlformats.org/officeDocument/2006/relationships/notesMaster" Target="/ppt/notesMasters/notesMaster1.xml" Id="R08e8019602dd4f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91c72b7ed349d2" /><Relationship Type="http://schemas.openxmlformats.org/officeDocument/2006/relationships/notesMaster" Target="/ppt/notesMasters/notesMaster1.xml" Id="Rc8105b73577b44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32aba0a90847f0" /><Relationship Type="http://schemas.openxmlformats.org/officeDocument/2006/relationships/notesMaster" Target="/ppt/notesMasters/notesMaster1.xml" Id="R7361722e239c46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e4cd3c349e4c15" /><Relationship Type="http://schemas.openxmlformats.org/officeDocument/2006/relationships/notesMaster" Target="/ppt/notesMasters/notesMaster1.xml" Id="R3186354728e541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de90bf4e1b486d" /><Relationship Type="http://schemas.openxmlformats.org/officeDocument/2006/relationships/notesMaster" Target="/ppt/notesMasters/notesMaster1.xml" Id="Rf01164a11b034d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d018daf4049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f6dcb0ba54c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7d5bd4e1540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9e31de19949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d421338e043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5199fc9104c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925DEE-D010-4B5B-9770-325AAD44D5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EC8CC8-3159-461F-8D6A-CB5BB8DF19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673379-8434-4413-88FE-CB9641645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3F2485-B1ED-4AD9-A750-FD6392BD1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D10FD7-7FBA-496D-8D69-B54BA88D0E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E11041-68D9-4D05-A694-5FF310776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484D0F-5569-45B3-98AC-C7D1B844CF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FFBEFD-5288-46D1-AE76-C9542AEB90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07E3AD-341F-4017-8A73-A1357A24B0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69EE7A-11CB-4949-AF8B-30977099B1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61fa3a8f75408e" /><Relationship Type="http://schemas.openxmlformats.org/officeDocument/2006/relationships/slideLayout" Target="/ppt/slideLayouts/slideLayout1.xml" Id="Rff56b49caacb4d13" /><Relationship Type="http://schemas.openxmlformats.org/officeDocument/2006/relationships/slideLayout" Target="/ppt/slideLayouts/slideLayout2.xml" Id="R35a3b5a9776a48f6" /><Relationship Type="http://schemas.openxmlformats.org/officeDocument/2006/relationships/slideLayout" Target="/ppt/slideLayouts/slideLayout3.xml" Id="R7baa6df766914326" /><Relationship Type="http://schemas.openxmlformats.org/officeDocument/2006/relationships/slideLayout" Target="/ppt/slideLayouts/slideLayout4.xml" Id="R7d358636b2384f57" /><Relationship Type="http://schemas.openxmlformats.org/officeDocument/2006/relationships/slideLayout" Target="/ppt/slideLayouts/slideLayout5.xml" Id="Rdfe11aad614f4acf" /><Relationship Type="http://schemas.openxmlformats.org/officeDocument/2006/relationships/slideLayout" Target="/ppt/slideLayouts/slideLayout6.xml" Id="R74624b990bd64d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56b49caacb4d13"/>
    <p:sldLayoutId xmlns:r="http://schemas.openxmlformats.org/officeDocument/2006/relationships" id="2147483650" r:id="R35a3b5a9776a48f6"/>
    <p:sldLayoutId xmlns:r="http://schemas.openxmlformats.org/officeDocument/2006/relationships" id="2147483651" r:id="R7baa6df766914326"/>
    <p:sldLayoutId xmlns:r="http://schemas.openxmlformats.org/officeDocument/2006/relationships" id="2147483652" r:id="R7d358636b2384f57"/>
    <p:sldLayoutId xmlns:r="http://schemas.openxmlformats.org/officeDocument/2006/relationships" id="2147483653" r:id="Rdfe11aad614f4acf"/>
    <p:sldLayoutId xmlns:r="http://schemas.openxmlformats.org/officeDocument/2006/relationships" id="2147483654" r:id="R74624b990bd64d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d0b8f464e4f58" /><Relationship Type="http://schemas.openxmlformats.org/officeDocument/2006/relationships/image" Target="/ppt/media/image.jpeg" Id="R2f66457fda554860" /><Relationship Type="http://schemas.openxmlformats.org/officeDocument/2006/relationships/notesSlide" Target="/ppt/notesSlides/notesSlide1.xml" Id="R0f8e9f3ce2524d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bba12f56b4cf0" /><Relationship Type="http://schemas.openxmlformats.org/officeDocument/2006/relationships/notesSlide" Target="/ppt/notesSlides/notesSlide2.xml" Id="R6fe5dec11ab54d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c43c41b0e4e6f" /><Relationship Type="http://schemas.openxmlformats.org/officeDocument/2006/relationships/notesSlide" Target="/ppt/notesSlides/notesSlide3.xml" Id="Rf8c250af08284d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dbee419724856" /><Relationship Type="http://schemas.openxmlformats.org/officeDocument/2006/relationships/image" Target="/ppt/media/image.png" Id="R51183aa5c06a42ba" /><Relationship Type="http://schemas.openxmlformats.org/officeDocument/2006/relationships/image" Target="/ppt/media/image2.png" Id="R6afb415b14ec418d" /><Relationship Type="http://schemas.openxmlformats.org/officeDocument/2006/relationships/notesSlide" Target="/ppt/notesSlides/notesSlide4.xml" Id="Rf9f2e8f0cd4647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8451f75ec64418" /><Relationship Type="http://schemas.openxmlformats.org/officeDocument/2006/relationships/notesSlide" Target="/ppt/notesSlides/notesSlide5.xml" Id="R5f01445145fa4e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89b0a46cc446d7" /><Relationship Type="http://schemas.openxmlformats.org/officeDocument/2006/relationships/notesSlide" Target="/ppt/notesSlides/notesSlide6.xml" Id="R56364ef582004e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eb2102e0240ec" /><Relationship Type="http://schemas.openxmlformats.org/officeDocument/2006/relationships/image" Target="/ppt/media/image3.png" Id="R9e870113581b4f1d" /><Relationship Type="http://schemas.openxmlformats.org/officeDocument/2006/relationships/notesSlide" Target="/ppt/notesSlides/notesSlide7.xml" Id="Rc825d906d59643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0f3cc30624e8a" /><Relationship Type="http://schemas.openxmlformats.org/officeDocument/2006/relationships/notesSlide" Target="/ppt/notesSlides/notesSlide8.xml" Id="R1a6ed5142f614d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101387db8473c" /><Relationship Type="http://schemas.openxmlformats.org/officeDocument/2006/relationships/image" Target="/ppt/media/image4.png" Id="R322dd812b54e4b3a" /><Relationship Type="http://schemas.openxmlformats.org/officeDocument/2006/relationships/image" Target="/ppt/media/image5.png" Id="Rd32bb140376b46b2" /><Relationship Type="http://schemas.openxmlformats.org/officeDocument/2006/relationships/notesSlide" Target="/ppt/notesSlides/notesSlide9.xml" Id="Rba788d1ed06e49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2ac72a68642da" /><Relationship Type="http://schemas.openxmlformats.org/officeDocument/2006/relationships/notesSlide" Target="/ppt/notesSlides/notesSlide10.xml" Id="R65923404ae5245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31261c7ab0407e" /><Relationship Type="http://schemas.openxmlformats.org/officeDocument/2006/relationships/notesSlide" Target="/ppt/notesSlides/notesSlide11.xml" Id="R4fc2546abbd24e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d3ed6096c4f5d" /><Relationship Type="http://schemas.openxmlformats.org/officeDocument/2006/relationships/image" Target="/ppt/media/image2.jpeg" Id="R960a6a2726de428d" /><Relationship Type="http://schemas.openxmlformats.org/officeDocument/2006/relationships/notesSlide" Target="/ppt/notesSlides/notesSlide12.xml" Id="Rfe12828fe3c14a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BE6F0-E7DC-4DDD-9F54-CFB7F2E599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6457fda554860"/>
          <a:stretch xmlns:a="http://schemas.openxmlformats.org/drawingml/2006/main"/>
        </p:blipFill>
        <p:spPr>
          <a:xfrm xmlns:a="http://schemas.openxmlformats.org/drawingml/2006/main">
            <a:off x="3333750" y="443818"/>
            <a:ext cx="5524500" cy="301761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4D3EE-ED47-4C6F-AC6F-B7CF7A97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895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4500" b="1">
                <a:solidFill>
                  <a:srgbClr val="BA20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4500" b="1">
                <a:solidFill>
                  <a:srgbClr val="BA2027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BA2027"/>
                </a:solidFill>
                <a:latin typeface="DejaVu Sans"/>
                <a:ea typeface="DejaVu Sans"/>
                <a:cs typeface="DejaVu Sans"/>
              </a:rPr>
              <a:t>SUPER ESTRELLA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FC17B-0651-44C1-8B7E-091DA8BA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2250" b="0">
                <a:solidFill>
                  <a:srgbClr val="0B102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0B102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0B1026"/>
                </a:solidFill>
                <a:latin typeface="DejaVu Sans"/>
                <a:ea typeface="DejaVu Sans"/>
                <a:cs typeface="DejaVu Sans"/>
              </a:rPr>
              <a:t>Plataformas y puzles para dos jugadores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32013-6D8C-466E-8F71-A067C612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054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725" b="0">
                <a:solidFill>
                  <a:srgbClr val="0B102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B10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B1026"/>
                </a:solidFill>
                <a:latin typeface="DejaVu Sans"/>
                <a:ea typeface="DejaVu Sans"/>
                <a:cs typeface="DejaVu Sans"/>
              </a:rPr>
              <a:t>Órbita Tres · Grupo J</a:t>
            </a:r>
          </a:p>
          <a:p xmlns:a="http://schemas.openxmlformats.org/drawingml/2006/main">
            <a:pPr algn="ctr">
              <a:defRPr sz="1725" b="0">
                <a:solidFill>
                  <a:srgbClr val="0B10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B1026"/>
                </a:solidFill>
                <a:latin typeface="DejaVu Sans"/>
                <a:ea typeface="DejaVu Sans"/>
                <a:cs typeface="DejaVu Sans"/>
              </a:rPr>
              <a:t>Juegos en Red · URJC · Fase 1</a:t>
            </a:r>
          </a:p>
        </p:txBody>
      </p:sp>
    </p:spTree>
    <p:extLst>
      <p:ext uri="{BB962C8B-B14F-4D97-AF65-F5344CB8AC3E}">
        <p14:creationId xmlns:p14="http://schemas.microsoft.com/office/powerpoint/2010/main" val="11912118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81CEE-A66D-4C44-A0AF-E9C1D941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Órbita Tres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A9B26-1F67-4366-84A5-19CC99FE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B4F90-A8B6-4905-B06D-523D13D0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José Antonio Najarro Camacho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82A57-C3BE-43E4-8DF0-A8FE1624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Jugabilidad, documentación y repositorio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05125-9EDA-4E85-A803-709C637B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Víctor Martín Monterrubio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6EAF9-FC00-4FBE-8313-EB5DD39A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Bocetos, personajes e interfaz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2FB89-6B74-4931-8688-C7C3E8D1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Daniel Heredia Naranjo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B2C9E-A7C6-4D64-A34F-06D213E0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Historia, niveles, sonido y comunicación</a:t>
            </a:r>
          </a:p>
        </p:txBody>
      </p:sp>
    </p:spTree>
    <p:extLst>
      <p:ext uri="{BB962C8B-B14F-4D97-AF65-F5344CB8AC3E}">
        <p14:creationId xmlns:p14="http://schemas.microsoft.com/office/powerpoint/2010/main" val="2060921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085F9-8E17-4255-9050-D192C6AB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La idea del juego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4CC13-66B3-4577-AD4B-2B0D076D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CEA13-C105-4223-84FC-B7090BB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Dos hermanos que necesitan ayudarse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7AD4F-734B-414D-BB66-3836C162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Tres naves espaciales y una misión:</a:t>
            </a:r>
          </a:p>
          <a:p xmlns:a="http://schemas.openxmlformats.org/drawingml/2006/main">
            <a:pPr>
              <a:defRPr sz="26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rescatar a su padre.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ABB39-8668-47ED-AC00-A5799464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Cooperativo 2D · Tiempo real · Navegador web</a:t>
            </a:r>
          </a:p>
          <a:p xmlns:a="http://schemas.openxmlformats.org/drawingml/2006/main">
            <a:pPr>
              <a:defRPr sz="19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Público objetivo: desde 10 años</a:t>
            </a:r>
          </a:p>
        </p:txBody>
      </p:sp>
    </p:spTree>
    <p:extLst>
      <p:ext uri="{BB962C8B-B14F-4D97-AF65-F5344CB8AC3E}">
        <p14:creationId xmlns:p14="http://schemas.microsoft.com/office/powerpoint/2010/main" val="2079102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EC528-78A5-4995-A3A3-B72F79A1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Dos habilidades complementarias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746AB-BC5D-47DE-9432-29F2CC7D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A4BD9-5AEB-4697-A37F-4999CD92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36D1D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6D1D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36D1DC"/>
                </a:solidFill>
                <a:latin typeface="DejaVu Sans"/>
                <a:ea typeface="DejaVu Sans"/>
                <a:cs typeface="DejaVu Sans"/>
              </a:rPr>
              <a:t>IZAN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A40D9-67EB-45BB-9E52-89438D06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095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Activa terminales.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Abre puertas y desactiva láseres.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7E309-84FC-4548-A6C9-40ED7365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9F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9F4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9F43"/>
                </a:solidFill>
                <a:latin typeface="DejaVu Sans"/>
                <a:ea typeface="DejaVu Sans"/>
                <a:cs typeface="DejaVu Sans"/>
              </a:rPr>
              <a:t>GAEL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7FA8F-AE10-4CE9-BBB7-E8DDB7C9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5095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Empuja cajas pesadas.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Mantiene activas las placas.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47E05-4413-4001-94ED-B5A70D25DD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83aa5c06a42ba"/>
          <a:stretch xmlns:a="http://schemas.openxmlformats.org/drawingml/2006/main"/>
        </p:blipFill>
        <p:spPr>
          <a:xfrm xmlns:a="http://schemas.openxmlformats.org/drawingml/2006/main">
            <a:off x="1952625" y="3143250"/>
            <a:ext cx="1619250" cy="16192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E0AE5-A92F-4BD6-80EA-89A4D8D7DF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b415b14ec418d"/>
          <a:stretch xmlns:a="http://schemas.openxmlformats.org/drawingml/2006/main"/>
        </p:blipFill>
        <p:spPr>
          <a:xfrm xmlns:a="http://schemas.openxmlformats.org/drawingml/2006/main">
            <a:off x="7810500" y="314325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EF73F-5BFE-4462-83C8-D7A9F5FB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Uno abre el camino al otro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8E456-90FF-425A-8304-CDDDC38F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La salida exige que lleguen los dos.</a:t>
            </a:r>
          </a:p>
        </p:txBody>
      </p:sp>
    </p:spTree>
    <p:extLst>
      <p:ext uri="{BB962C8B-B14F-4D97-AF65-F5344CB8AC3E}">
        <p14:creationId xmlns:p14="http://schemas.microsoft.com/office/powerpoint/2010/main" val="1702894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EB9AA-7715-46C5-9E56-2E11C0F7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Movimiento y retos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E6CBE-1B33-4E84-B967-D69AB3BF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EC6C3-214D-4F46-810C-FCC510E9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CONTROLES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65A42-4B59-410D-9152-1B513B94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Moverse: A / D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Saltar: W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Interactuar: E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Menús: ratón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55EE4-CC0F-4902-A335-26A9B50E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OBSTÁCULOS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DA5D1-157B-4EC9-ABFE-08850A9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66975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Cajas y placas de presión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Plataformas móviles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Láseres temporizados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Zonas de gravedad reducida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DB3F8-F7A8-413E-A903-52C417A8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Si uno muere, ambos vuelven al punto de control.</a:t>
            </a:r>
          </a:p>
        </p:txBody>
      </p:sp>
    </p:spTree>
    <p:extLst>
      <p:ext uri="{BB962C8B-B14F-4D97-AF65-F5344CB8AC3E}">
        <p14:creationId xmlns:p14="http://schemas.microsoft.com/office/powerpoint/2010/main" val="396226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2BDBF-564D-4C32-B6CC-084A3098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Tres niveles cortos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AD2AE-9E40-402E-A6AC-4912AADD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7BA77-8641-4F32-BD1A-0FF67490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01 · El Carguero Silente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7793B-3CAD-4205-A7FF-598F71A4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Aprender a saltar y colaborar con cajas y terminales.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1DCA2-6061-4833-8489-245C3CAE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02 · Laboratorio Helix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CFC03-D421-4E53-9647-93D20FF6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Plataformas móviles y gravedad reducida.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47AB0-CBE0-46A4-BC0B-6BD87707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03 · La Vigilia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8BAA5-19FF-4293-9B1E-88138C6E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Láseres y puzle final para liberar a Oris.</a:t>
            </a:r>
          </a:p>
        </p:txBody>
      </p:sp>
    </p:spTree>
    <p:extLst>
      <p:ext uri="{BB962C8B-B14F-4D97-AF65-F5344CB8AC3E}">
        <p14:creationId xmlns:p14="http://schemas.microsoft.com/office/powerpoint/2010/main" val="146541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BE77A-7168-4044-8122-F1554AE8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La señal de su padre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22350-5FCB-47EB-A2C9-41B4E05F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1F21A-D2F9-4055-86AB-E5612E9F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Una señal familiar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C7870-91BE-4175-A31B-9BDC2E8B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Izan busca la verdad.</a:t>
            </a:r>
          </a:p>
          <a:p xmlns:a="http://schemas.openxmlformats.org/drawingml/2006/main">
            <a:pPr>
              <a:defRPr sz="2250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Gael quiere reunir a su familia.</a:t>
            </a:r>
          </a:p>
          <a:p xmlns:a="http://schemas.openxmlformats.org/drawingml/2006/main">
            <a:pPr>
              <a:defRPr sz="2250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Oris está siendo controlado.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E25F5-2C55-47F7-A5D8-B5A7E9FAFA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70113581b4f1d"/>
          <a:stretch xmlns:a="http://schemas.openxmlformats.org/drawingml/2006/main"/>
        </p:blipFill>
        <p:spPr>
          <a:xfrm xmlns:a="http://schemas.openxmlformats.org/drawingml/2006/main">
            <a:off x="8810625" y="2238375"/>
            <a:ext cx="2333625" cy="2333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0EF7E-F0A4-4BCC-BCF2-96CD140D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Final: desactivar tres mecanismos y rescatarlo.</a:t>
            </a:r>
          </a:p>
        </p:txBody>
      </p:sp>
    </p:spTree>
    <p:extLst>
      <p:ext uri="{BB962C8B-B14F-4D97-AF65-F5344CB8AC3E}">
        <p14:creationId xmlns:p14="http://schemas.microsoft.com/office/powerpoint/2010/main" val="733986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91B9B-82CD-4A4B-BE5F-1FCECF84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Identidad visual y sonido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474CD-0A5A-4655-B386-57E6E3BB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3F77C-1886-46E4-B637-022BA1B4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IMAGEN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BF179-2610-4CAD-BF5B-4EEEF2BC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Arte de píxeles sencillo.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Vista lateral y cámara fija por sala.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Personajes distinguibles por color.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EF32E-024B-4D51-91C2-6A67EEAB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SONIDO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61DD4-969E-489D-8ABE-9FA8CEA6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66975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Música electrónica ambiental.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Mayor intensidad en el final.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Efectos para saltos y mecanismos.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FAC9C-93DC-405B-BF06-5DFBA936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36D1D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6D1D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36D1DC"/>
                </a:solidFill>
                <a:latin typeface="DejaVu Sans"/>
                <a:ea typeface="DejaVu Sans"/>
                <a:cs typeface="DejaVu Sans"/>
              </a:rPr>
              <a:t>Izan: cian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334B1-7DA3-4CC3-A921-FD87A99D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9F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9F4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9F43"/>
                </a:solidFill>
                <a:latin typeface="DejaVu Sans"/>
                <a:ea typeface="DejaVu Sans"/>
                <a:cs typeface="DejaVu Sans"/>
              </a:rPr>
              <a:t>Gael: naranja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AD93F-3BE7-4CA2-91CD-9538EDE3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Referencias: Fireboy and Watergirl y Star Wars</a:t>
            </a:r>
          </a:p>
        </p:txBody>
      </p:sp>
    </p:spTree>
    <p:extLst>
      <p:ext uri="{BB962C8B-B14F-4D97-AF65-F5344CB8AC3E}">
        <p14:creationId xmlns:p14="http://schemas.microsoft.com/office/powerpoint/2010/main" val="984688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BA157-64FC-4AF4-A65F-1389A6AA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Bocetos del menú y de una sala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EDD0B-7F67-4AFD-B827-F1FF5A41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94D78-27C0-406E-B7F6-C281E462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MENÚ PRINCIPAL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33963-6768-4F47-97A1-1B9D98CA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SALA COOPERATIVA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CC56F-49D5-4F87-AC56-A3113DFB05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dd812b54e4b3a"/>
          <a:stretch xmlns:a="http://schemas.openxmlformats.org/drawingml/2006/main"/>
        </p:blipFill>
        <p:spPr>
          <a:xfrm xmlns:a="http://schemas.openxmlformats.org/drawingml/2006/main">
            <a:off x="609600" y="2342555"/>
            <a:ext cx="5048250" cy="2839641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10599-AD52-49B3-8ABE-F697DC00A3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bb140376b46b2"/>
          <a:stretch xmlns:a="http://schemas.openxmlformats.org/drawingml/2006/main"/>
        </p:blipFill>
        <p:spPr>
          <a:xfrm xmlns:a="http://schemas.openxmlformats.org/drawingml/2006/main">
            <a:off x="6484938" y="2333625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6A948-95EA-48E1-A9FC-6A4E69D6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Pantallas: 320 × 180 píxeles · Personajes: 32 × 32</a:t>
            </a:r>
          </a:p>
        </p:txBody>
      </p:sp>
    </p:spTree>
    <p:extLst>
      <p:ext uri="{BB962C8B-B14F-4D97-AF65-F5344CB8AC3E}">
        <p14:creationId xmlns:p14="http://schemas.microsoft.com/office/powerpoint/2010/main" val="18942256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2296C-4DC6-4632-B6D7-96FCCC4D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Pantallas y desarrollo de la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6E0B7-6F9F-4230-86F1-48133EC5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C28B4-A199-4371-8437-87E4ABA5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5"/>
          </a:solidFill>
          <a:ln xmlns:a="http://schemas.openxmlformats.org/drawingml/2006/main" w="9525">
            <a:solidFill>
              <a:srgbClr val="B9C3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MENÚ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A823B-9C23-40E7-A790-48E59CD2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5"/>
          </a:solidFill>
          <a:ln xmlns:a="http://schemas.openxmlformats.org/drawingml/2006/main" w="9525">
            <a:solidFill>
              <a:srgbClr val="B9C3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ESPERA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F3CED-44DC-4C00-819E-F5EB5B8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5"/>
          </a:solidFill>
          <a:ln xmlns:a="http://schemas.openxmlformats.org/drawingml/2006/main" w="9525">
            <a:solidFill>
              <a:srgbClr val="B9C3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PARTIDA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14387-AB9F-4368-9CDD-F20547A4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5"/>
          </a:solidFill>
          <a:ln xmlns:a="http://schemas.openxmlformats.org/drawingml/2006/main" w="9525">
            <a:solidFill>
              <a:srgbClr val="B9C3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RESULTADOS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C480C-8A9A-4DD7-AB15-B5EBAFEB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5"/>
          </a:solidFill>
          <a:ln xmlns:a="http://schemas.openxmlformats.org/drawingml/2006/main" w="9525">
            <a:solidFill>
              <a:srgbClr val="B9C3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PAUSA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16BDF-EA82-4300-9D3F-3AB7C525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8597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B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B588E-9F6F-4809-8C8F-B52F38E6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8597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B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16A29-361D-40B4-995B-EC741947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8597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B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8621F-5202-4972-99F8-34C43B47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228600" cy="857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DB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1C6B3-90AB-4D4E-AA78-9146C191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57500"/>
            <a:ext cx="228600" cy="8572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6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9FA2E-3CE6-4252-A89A-BD3FD2D4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En red:</a:t>
            </a:r>
          </a:p>
          <a:p xmlns:a="http://schemas.openxmlformats.org/drawingml/2006/main">
            <a:pPr>
              <a:def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dos jugadores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39E7F-674F-4AB3-B630-F3CCF9F8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Repetir o</a:t>
            </a:r>
          </a:p>
          <a:p xmlns:a="http://schemas.openxmlformats.org/drawingml/2006/main">
            <a:pPr>
              <a:def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volver al menú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46EF8-3D7B-4D06-A400-917141AC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Continuar o salir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61E14-1FB5-49D9-A539-9B2A00A2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En local: del menú a la partida.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Muerte: regreso al punto de control.</a:t>
            </a:r>
          </a:p>
        </p:txBody>
      </p:sp>
    </p:spTree>
    <p:extLst>
      <p:ext uri="{BB962C8B-B14F-4D97-AF65-F5344CB8AC3E}">
        <p14:creationId xmlns:p14="http://schemas.microsoft.com/office/powerpoint/2010/main" val="6572164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7C363-9821-4558-9B5E-909C514D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Objetivo, resultados y difusión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EB706-98E3-4AC7-8B21-F736D5F2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EF3E9-562E-4674-B5A8-4B814DD9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VICTORIA COMPARTIDA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78C94-B782-4BEC-AC76-47FA6A33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1.000 puntos por nave.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−50 por reinicio debido a muerte.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Resultados: tiempo y puntuación.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BE0A9-7656-49B0-BCC7-4F9EEE10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COMUNICACIÓN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158F8-D903-444E-8FED-4D9161D5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Vídeos cortos de puzles cooperativos.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Capturas y descripción del juego.</a:t>
            </a:r>
          </a:p>
          <a:p xmlns:a="http://schemas.openxmlformats.org/drawingml/2006/main">
            <a:pPr>
              <a:def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Publicación de la versión local.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F416D-B5C3-430E-84E1-30F3B7A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itch.io · Newgrounds · Game Jolt</a:t>
            </a:r>
          </a:p>
        </p:txBody>
      </p:sp>
    </p:spTree>
    <p:extLst>
      <p:ext uri="{BB962C8B-B14F-4D97-AF65-F5344CB8AC3E}">
        <p14:creationId xmlns:p14="http://schemas.microsoft.com/office/powerpoint/2010/main" val="8930984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AD750-2BCE-49CF-B85B-B8821F70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¿Preguntas?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6BA4E-F0CE-455C-AE56-4B1C24F7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87C00-F85A-438B-8D3E-9B8D6AF1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25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EDBF35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EDBF35"/>
                </a:solidFill>
                <a:latin typeface="DejaVu Sans"/>
                <a:ea typeface="DejaVu Sans"/>
                <a:cs typeface="DejaVu Sans"/>
              </a:rPr>
              <a:t>SUPER ESTRELLA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72DEF-236E-4CF4-B421-2DB502E2F8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a6a2726de428d"/>
          <a:stretch xmlns:a="http://schemas.openxmlformats.org/drawingml/2006/main"/>
        </p:blipFill>
        <p:spPr>
          <a:xfrm xmlns:a="http://schemas.openxmlformats.org/drawingml/2006/main">
            <a:off x="9334500" y="1888985"/>
            <a:ext cx="2238375" cy="122265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E7C57-099A-4586-8D8C-FF69B073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5F0E4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5F0E4"/>
                </a:solidFill>
                <a:latin typeface="DejaVu Sans"/>
                <a:ea typeface="DejaVu Sans"/>
                <a:cs typeface="DejaVu Sans"/>
              </a:rPr>
              <a:t>Dos hermanos. Una señal. Un viaje juntos.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3C72A-3E0A-4D23-AF34-5605B05C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Órbita Tres · Grupo 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014BE-F529-456E-8631-9BAEF2E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9C3D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3D8"/>
                </a:solidFill>
                <a:latin typeface="DejaVu Sans"/>
                <a:ea typeface="DejaVu Sans"/>
                <a:cs typeface="DejaVu Sans"/>
              </a:rPr>
              <a:t>github.com/Yusuf062/super-estrella</a:t>
            </a:r>
          </a:p>
        </p:txBody>
      </p:sp>
    </p:spTree>
    <p:extLst>
      <p:ext uri="{BB962C8B-B14F-4D97-AF65-F5344CB8AC3E}">
        <p14:creationId xmlns:p14="http://schemas.microsoft.com/office/powerpoint/2010/main" val="590382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2026-10-14T00:29:28.4900000Z</dcterms:created>
  <dcterms:modified xsi:type="dcterms:W3CDTF">2026-10-14T00:29:28.4900000Z</dcterms:modified>
</coreProperties>
</file>